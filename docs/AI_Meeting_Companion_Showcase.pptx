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AI Meeting Companion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Transforming Meetings with Intelligent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Showcase Presentation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Unstructured Conversations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Lost Action Items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Difficult to Recall Details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Language Barriers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4114800" cy="3657600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Automated Transcription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AI-Driven Summaries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Smart Action Extraction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Multi-Language Support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React + Vite + TypeScript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UI Framework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Tailwind CSS + Shadcn UI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State Mgmt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Redux Toolkit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Node.js + Express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PostgreSQL + Prisma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AI Service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OpenRouter (LLMs)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Deployment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Docker + Nginx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Key Showcase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1. Versatile Inputs: File Upload, Paste Text, &amp; Live Audio Recording.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2. Intelligent Analysis: Smart Summaries, Sentinel Analysis, &amp; Key Points.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3. Role-Based Perspectives: switch views between CEO, Engineer, &amp; Sales.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4. Task Management: Auto-extracted Action Items &amp; Gantt Chart Visualization.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5. Topic Explorer: Interactive Cluster Map to visualize conversation themes.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6. AI Assistant: Chat with your meeting data for specific answers.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333"/>
                </a:solidFill>
              </a:rPr>
              <a:t>7. Productivity Tools: Calendar Integration, AI Proxy Attendee, &amp; Multi-Language Support (Amharic).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Ready for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Project Available on GitHub &amp; Live Server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2025-12-13T15:36:39Z</dcterms:created>
  <dcterms:modified xsi:type="dcterms:W3CDTF">2025-12-13T15:36:39Z</dcterms:modified>
</cp:coreProperties>
</file>